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 varScale="1">
        <p:scale>
          <a:sx n="118" d="100"/>
          <a:sy n="118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60877-911F-F74B-A3BF-E9C3D2FA2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D65231-AE53-474D-B36F-BF67E22DF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FE5E56-0C4E-9242-8F52-1016DF06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A1FCD9-D24F-0B4A-BA02-33F21272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340D1D-8CE7-BA48-8CB6-6359A69E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24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7B9E2-F1ED-9D41-9F46-C173E19EA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AD25F9-9302-1741-924A-999AB97AC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B76FAE-A288-BD46-A7E1-7105CBC2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F88440-12D7-7542-BD92-DBBA91CD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5500E3-3791-8A40-B108-961DE806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0728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03660-8D97-2D4A-BB8D-1F4723404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ADE54D-6E09-5A4F-BF2E-62FBB4F63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2C2FA-CA5E-9345-9FA9-76B4ACAF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A521F5-24FE-854F-A9B3-949EC1AB2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AED817-FADC-B740-B444-A876DB8C9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597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990DB-6B39-AD43-8064-7B0033031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C7BBB3-4105-6A46-89CB-F1C30A871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C38EFF-FC6C-CC45-9D20-34F7B59BC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987A03-5736-EC4D-B346-A393CDF02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8D5000-40D8-6E42-84BF-2BF1D99DB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5E1345-7E1F-1E47-83C8-1AF81FC1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4642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40FDC-B969-5045-AE97-4C05C00C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B06562-C9C4-F243-AD3B-C863ADB91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FE4C05-92E8-0B49-9BFE-579F87A96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72D7E25-C6AA-A344-A57C-6141D2DA7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85EB044-41E9-7C4E-83C0-33D65BCEC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3AED5A-AA42-1143-AFEE-E55C98949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AB002B4-84E5-3B45-9554-9BF95625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31518E9-FFB1-A24D-8297-D9DA0300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6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9BACE-9C74-5845-A82D-2BA010491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E25257-1EBB-E24E-8891-A768DDCE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903CBD-8B2B-8046-BCFD-7B0CB599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A0DD84D-A8CE-504A-ACAD-408D227B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2347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EA01C3-C549-8543-A5D6-CEC4C47B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CB29C4F-D8A1-7F4A-B0AE-7591D7A7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C830F8-35A3-CF4C-B77D-074D41A5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149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4F4FF-092F-0445-84BF-FA99C540F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C9F214-B7E2-8842-847D-4D667F96D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04D7C2-E9F5-B445-A62D-F8A40DB7E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424073-5E34-B14E-9156-98CB6D150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B946A4-C045-164E-BC92-0A0779ABD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CF68A7-CF86-D740-A483-B2718A7AB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8580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2890A-3C93-AF47-9D43-327B9B2C5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71460AA-C92B-C84E-BEFC-8FE5A8CC4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05D839-6606-5347-9251-326E9B7E9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4A5B50-A3AF-244D-8EDF-4E64BB99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18FA6E-B9BC-194A-ABA4-BB651E81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32C9CE-5D92-474D-B6A7-2ECF72E7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829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DE510-EB02-5F4E-B201-5E494CE6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C2B54F-6CB8-1F4E-BC69-0F4EA5086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AF30DF-8D5F-604A-90C0-ADCC3D84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31F5D5-8BF2-FE46-AE2A-114424A89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D46801-F68C-F84E-89C6-BFC29D63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67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F51B55-F977-4342-832A-8F12D2AADE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27307A-A9A3-3A46-BA1E-2ED337545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423C0-3399-554A-B150-898DEE0E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5FA8A3-4B79-2745-A2AD-23C7D854D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98CD85-275A-1A44-9FEF-B97D727F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0830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84F6AD-0FC3-0245-9183-78EB24407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34503E-7DE3-FB49-9204-BED2C5BB1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F5348B-E405-5843-AC46-A1D1B65AAD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D2E01-3668-1E49-90F4-6AE072EF39B7}" type="datetimeFigureOut">
              <a:rPr lang="es-ES" smtClean="0"/>
              <a:t>29/11/24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FAD809-6E9A-B24E-8017-872A98721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012502-7834-0542-BC86-EF5C24BDE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9DCF0-0539-1D47-A543-7CF7790FB0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566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9474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1</cp:revision>
  <dcterms:created xsi:type="dcterms:W3CDTF">2024-11-29T17:27:12Z</dcterms:created>
  <dcterms:modified xsi:type="dcterms:W3CDTF">2024-11-29T17:27:42Z</dcterms:modified>
</cp:coreProperties>
</file>